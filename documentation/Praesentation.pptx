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Herzlich willkommen zu unserer Projektvorstellung. Wir haben die 'most wanTED' Trading Platform entwickelt. Unser Ziel war es nicht nur Code zu schreiben, sondern eine robuste, Cloud-native Architektur aufzubauen, bei der Ausfallsicherheit und Skalierbarkeit im Vordergrund stehen.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Unsere Architektur besteht aus 11 Services. Das Herzstück nach außen ist das MeiShop API-Gateway. Anstatt IPs hart zu verdrahten, nutzen wir Consul für dynamisches Service Discovery. Unsere Backend-Services sind fachlich streng getrennt und kommunizieren asynchron oder über REST und gRPC.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Besonders stolz sind wir auf die Implementierung von verteilten System-Mustern. Wir nutzen das Saga-Pattern, um zu garantieren, dass eine Bestellung nicht in einem undefinierten Zustand hängenbleibt, falls das Payment ausfällt. Zudem haben wir asynchrone Webhooks integriert, um Services noch stärker voneinander zu entkoppeln.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Genug der Theorie. Wir möchten euch nun live zeigen, wie das System im Zusammenspiel funktioniert. Wir starten mit Consul und arbeiten uns bis zu einer vollständig orchestrierten Bestellung durch...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IEG Trading Platform – "most wanTED"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Microservice-basierte Handelsplattform</a:t>
            </a:r>
          </a:p>
          <a:p>
            <a:r>
              <a:t>Referenten: Hans Erik Krenn, Patrick Grüner, Kevin Ulm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Worum geht 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Ausgangslage: Transformation eines monolithischen Ansatzes in eine moderne Microservice-Architektur.</a:t>
            </a:r>
          </a:p>
          <a:p>
            <a:r>
              <a:t>Zielsetzung: Aufbau einer ausfallsicheren, skalierbaren und entkoppelten E-Commerce-Lösung.</a:t>
            </a:r>
          </a:p>
          <a:p>
            <a:r>
              <a:t>Domänen: Verteilte Verwaltung von Produkten (Catalog), Zahlungen (Payment) und Bestellungen (Orders).</a:t>
            </a:r>
          </a:p>
          <a:p>
            <a:r>
              <a:t>Fokus: Einsatz modernster Integrationstechnologien (Domain-Driven Design, Resilience, Asynchronität).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Architektur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MeiShop (API Gateway): Der zentrale Einstiegspunkt (BFF) für Clients.</a:t>
            </a:r>
          </a:p>
          <a:p>
            <a:r>
              <a:t>Service Discovery: Dynamisches Routing über HashiCorp Consul.</a:t>
            </a:r>
          </a:p>
          <a:p>
            <a:r>
              <a:t>Backend-Services (10 Microservices): Strikte Trennung nach Bounded Contexts (Product, Payment, Order).</a:t>
            </a:r>
          </a:p>
          <a:p>
            <a:r>
              <a:t>Querschnittsfunktionen: Zentrales High-Performance Logging via gRPC.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Technische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SAGA-Pattern (Orchestrierung): Verteilte Transaktionen für Bestellungen (Kompensation statt Rollbacks).</a:t>
            </a:r>
          </a:p>
          <a:p>
            <a:r>
              <a:t>Webhooks &amp; Event-Driven: Asynchrone Benachrichtigungen bei erfolgreichen Zahlungen.</a:t>
            </a:r>
          </a:p>
          <a:p>
            <a:r>
              <a:t>Content Negotiation: Payment-Service unterstützt dynamisch JSON, XML und CSV.</a:t>
            </a:r>
          </a:p>
          <a:p>
            <a:r>
              <a:t>Resilienz (Polly): Circuit Breaker und Retries fangen Backend-Ausfälle 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Live-Demonstration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Showcase 1: Service Discovery &amp; Load-Balancing in Aktion.</a:t>
            </a:r>
          </a:p>
          <a:p>
            <a:r>
              <a:t>Showcase 2: Komplexe Produktsuche via OData.</a:t>
            </a:r>
          </a:p>
          <a:p>
            <a:r>
              <a:t>Showcase 3: Ein kompletter Saga-Bestellprozess (Order -&gt; Payment -&gt; Webhook).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